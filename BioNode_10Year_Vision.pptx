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BioNode succeeds beyond our wildest expectations,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become in 2036?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8412480" cy="0"/>
          </a:xfrm>
          <a:prstGeom prst="line">
            <a:avLst/>
          </a:prstGeom>
          <a:noFill/>
          <a:ln w="12700">
            <a:solidFill>
              <a:srgbClr val="1A3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329184"/>
          </a:xfrm>
          <a:prstGeom prst="rect">
            <a:avLst/>
          </a:prstGeom>
          <a:solidFill>
            <a:srgbClr val="0D2318"/>
          </a:solidFill>
          <a:ln w="19050">
            <a:solidFill>
              <a:srgbClr val="27A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improve 1 Million lives?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" y="126187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CNG terminal in Bangladesh runs on BioCNG. Zero fuel imports for urban transport. Hyacinth cleared from all major waterways.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29184"/>
          </a:xfrm>
          <a:prstGeom prst="rect">
            <a:avLst/>
          </a:prstGeom>
          <a:solidFill>
            <a:srgbClr val="0D2318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improve 100 Million lives?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55264" y="126187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BioNode is deployed across South and Southeast Asia. Bangladesh-built technology powers transport in Vietnam, Nigeria, Myanmar and Pakistan.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329184"/>
          </a:xfrm>
          <a:prstGeom prst="rect">
            <a:avLst/>
          </a:prstGeom>
          <a:solidFill>
            <a:srgbClr val="0D2318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improve 1 Billion lives?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81344" y="126187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BioNode becomes the global standard for decentralised clean fuel in the Global South — the same way solar panels became the standard for rural electrification.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8595360" cy="914400"/>
          </a:xfrm>
          <a:prstGeom prst="rect">
            <a:avLst/>
          </a:prstGeom>
          <a:solidFill>
            <a:srgbClr val="0A1F14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029968"/>
            <a:ext cx="54864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BioNode 2036 is not a machine.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C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platform, an industry, and a movement — the global infrastructure for turning invasive biomass into vehicle fuel, owned and operated by local entrepreneurs across 50+ countries.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029968" cy="1188720"/>
          </a:xfrm>
          <a:prstGeom prst="rect">
            <a:avLst/>
          </a:prstGeom>
          <a:solidFill>
            <a:srgbClr val="07102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272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Global Platform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401568"/>
            <a:ext cx="18470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standardised BioCNG-as-a-Service operating system running on 10,000+ units across 50 countries, all connected to a cloud data layer.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41448" y="3063240"/>
            <a:ext cx="2029968" cy="1188720"/>
          </a:xfrm>
          <a:prstGeom prst="rect">
            <a:avLst/>
          </a:prstGeom>
          <a:solidFill>
            <a:srgbClr val="071A13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31272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New Industry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32888" y="3401568"/>
            <a:ext cx="18470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BioCNG micro-refinery manufacturing, maintenance, and feedstock logistics — a new supply chain built entirely in Bangladesh and exported globally.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08576" y="3063240"/>
            <a:ext cx="2029968" cy="1188720"/>
          </a:xfrm>
          <a:prstGeom prst="rect">
            <a:avLst/>
          </a:prstGeom>
          <a:solidFill>
            <a:srgbClr val="1A0E00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1272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Ecosystem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3401568"/>
            <a:ext cx="18470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operators, hyacinth harvesters, AI engineers, carbon auditors, and impact investors — all participating in one decentralised energy economy.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75704" y="3063240"/>
            <a:ext cx="2029968" cy="1188720"/>
          </a:xfrm>
          <a:prstGeom prst="rect">
            <a:avLst/>
          </a:prstGeom>
          <a:solidFill>
            <a:srgbClr val="100F22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67144" y="312724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Movement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67144" y="3401568"/>
            <a:ext cx="18470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stops importing fuel. Bangladesh starts exporting clean energy technology. Silicon River's first globally scaled deep-tech company.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352544"/>
            <a:ext cx="9144000" cy="475488"/>
          </a:xfrm>
          <a:prstGeom prst="rect">
            <a:avLst/>
          </a:prstGeom>
          <a:solidFill>
            <a:srgbClr val="0D1A10"/>
          </a:solidFill>
          <a:ln w="12700">
            <a:solidFill>
              <a:srgbClr val="0D1A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860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deployed globally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69164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9164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operating BioNode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5468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15468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1772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1772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hyacinth converted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8076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access to BioCNG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543800" y="4389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43800" y="4590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CO2 offset per year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BioNode  ·  Built in Bangladesh. Fuel for the World.  ·  BEAR Summit 2026  ·  CES 2027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2026-06-30T01:26:30Z</dcterms:created>
  <dcterms:modified xsi:type="dcterms:W3CDTF">2026-06-30T01:26:30Z</dcterms:modified>
</cp:coreProperties>
</file>